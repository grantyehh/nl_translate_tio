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>
        <p:scale>
          <a:sx n="109" d="100"/>
          <a:sy n="109" d="100"/>
        </p:scale>
        <p:origin x="70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326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03120"/>
            <a:ext cx="137160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128016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→ TIO JSON-LD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28016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GraphRAG / KGE / KAG 三條 pipeline 的機制與比較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TC001 為範例貫穿全文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Yeh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CHT TIO_Experiment / new-methods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問題與共用元件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三條 pipeline 解決同一個問題,在同一套基礎上比較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" cy="2103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— Natural Language Intent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「確保星河銀行總部至所有分點之延遲在 95% 的時間內低於 50ms。」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 / 英文混雜的非結構化句子,常見模式:租戶 + 拓樸 + 度量 + 門檻 + 時間窗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73152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6446520" y="1664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— TIO JSON-LD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05740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@type: Intent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ontologyType: evsla:EnterpriseVpnSlaIntent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intentExpectation: [ evsla:SlaExpectation { latency, p95, ... }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intentContext: [ evsla:HubAndSpokeTopology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intentReport: { reportingInterval, handlerResponse 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155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6" name="Text 14"/>
          <p:cNvSpPr/>
          <p:nvPr/>
        </p:nvSpPr>
        <p:spPr>
          <a:xfrm>
            <a:off x="777240" y="413308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Components(三條都共用)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5262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模型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 (temperature=0)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8188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 Forum Intent Ontology v3.6.0 (TTL,14+ namespace)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511149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資料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test_cases_20.json (20 題);few_shot_samples.json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40410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套件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evsla_prompt.build_evsla_system_prompt(tc_id, retrieval_mode=...)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56967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評分器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evaluate_jsonld.py:parse_ok / ontology / metric / verbosity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術語表 — 簡報中的 evsla:latency 是什麼意思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知識本體裡的「詞彙」,不是網頁連結。後面會反覆出現,先看一眼就好。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18311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3152" cy="2423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Text 5"/>
          <p:cNvSpPr/>
          <p:nvPr/>
        </p:nvSpPr>
        <p:spPr>
          <a:xfrm>
            <a:off x="777240" y="152704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evsla:latency 拆成兩半看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</a:t>
            </a:r>
            <a:r>
              <a:rPr lang="en-US" sz="3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3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=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前綴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(指向「企業 VPN SLA」這個子本體論,等於「分類」)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詞彙名稱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(該本體論裡這個概念的具體名字)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200400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完整形式(URI):  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http://tio.models.tmforum.org/tio/v3.6.0/EnterpriseVpnSlaOntology/latency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簡寫(CURIE):     </a:t>
            </a: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evsla:latency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← 簡報後面看到都是這種寫法,不要當成網址點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005072"/>
            <a:ext cx="1118311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2" name="Shape 10"/>
          <p:cNvSpPr/>
          <p:nvPr/>
        </p:nvSpPr>
        <p:spPr>
          <a:xfrm>
            <a:off x="548640" y="4005072"/>
            <a:ext cx="73152" cy="2331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本簡報常見的 namespace 前綴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507992"/>
          <a:ext cx="10634472" cy="20624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完整 ontology 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白話內容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evsla: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EnterpriseVpnSlaOntology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企業 VPN SLA 詞彙(本實驗主領域)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icm: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IntentCommonModel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結構基底 schema(Intent / Expectation / Target / Context)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met: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MetricsAndObservations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量測與觀察的上位概念(metric / measurement)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quan: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QuantityOntology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量值(value + unit,例如 50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rdfs: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RDF Schema(W3C 標準)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subClassOf / subPropertyOf / label / comment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rdf: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RDF(W3C 標準)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type(節點屬於哪一類)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貫穿全文的範例:TC001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SLA,複雜度 Simple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Intent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「確保星河銀行總部至所有分點之延遲在 95% 的時間內低於 50ms。」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777240" y="3401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結構化欄位(從 test_cases_20.json)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星河銀行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04164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台北總部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428853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spokes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新竹分行 / 台中分行 / 高雄分行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53542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78231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502920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compliance_window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527608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evsla:p95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552297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evsla:hubToAllSpokes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576986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evsla:twamp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60167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time_window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evsla:fiveMinuteWindow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29184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3" name="Shape 21"/>
          <p:cNvSpPr/>
          <p:nvPr/>
        </p:nvSpPr>
        <p:spPr>
          <a:xfrm>
            <a:off x="6217920" y="3291840"/>
            <a:ext cx="73152" cy="3017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4" name="Text 22"/>
          <p:cNvSpPr/>
          <p:nvPr/>
        </p:nvSpPr>
        <p:spPr>
          <a:xfrm>
            <a:off x="6446520" y="3401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Ontology Terms (12 個)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55080" y="384048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6" name="Text 24"/>
          <p:cNvSpPr/>
          <p:nvPr/>
        </p:nvSpPr>
        <p:spPr>
          <a:xfrm>
            <a:off x="6355080" y="3840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evsla:EnterpriseVpnService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224528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8" name="Text 26"/>
          <p:cNvSpPr/>
          <p:nvPr/>
        </p:nvSpPr>
        <p:spPr>
          <a:xfrm>
            <a:off x="6355080" y="4224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evsla:EnterpriseVpnSlaIntent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4608576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0" name="Text 28"/>
          <p:cNvSpPr/>
          <p:nvPr/>
        </p:nvSpPr>
        <p:spPr>
          <a:xfrm>
            <a:off x="6355080" y="46085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evsla:HubAndSpokeTopology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4992624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2" name="Text 30"/>
          <p:cNvSpPr/>
          <p:nvPr/>
        </p:nvSpPr>
        <p:spPr>
          <a:xfrm>
            <a:off x="6355080" y="49926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evsla:HubSite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5376672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4" name="Text 32"/>
          <p:cNvSpPr/>
          <p:nvPr/>
        </p:nvSpPr>
        <p:spPr>
          <a:xfrm>
            <a:off x="6355080" y="53766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evsla:SpokeSite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576072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6" name="Text 34"/>
          <p:cNvSpPr/>
          <p:nvPr/>
        </p:nvSpPr>
        <p:spPr>
          <a:xfrm>
            <a:off x="6355080" y="5760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evsla:SlaExpectation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61120" y="384048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8" name="Text 36"/>
          <p:cNvSpPr/>
          <p:nvPr/>
        </p:nvSpPr>
        <p:spPr>
          <a:xfrm>
            <a:off x="8961120" y="3840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evsla:Tenant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61120" y="4224528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0" name="Text 38"/>
          <p:cNvSpPr/>
          <p:nvPr/>
        </p:nvSpPr>
        <p:spPr>
          <a:xfrm>
            <a:off x="8961120" y="4224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evsla:latency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961120" y="4608576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2" name="Text 40"/>
          <p:cNvSpPr/>
          <p:nvPr/>
        </p:nvSpPr>
        <p:spPr>
          <a:xfrm>
            <a:off x="8961120" y="46085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evsla:p95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961120" y="4992624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4" name="Text 42"/>
          <p:cNvSpPr/>
          <p:nvPr/>
        </p:nvSpPr>
        <p:spPr>
          <a:xfrm>
            <a:off x="8961120" y="49926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evsla:hubToAllSpokes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961120" y="5376672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6" name="Text 44"/>
          <p:cNvSpPr/>
          <p:nvPr/>
        </p:nvSpPr>
        <p:spPr>
          <a:xfrm>
            <a:off x="8961120" y="53766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evsla:twamp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961120" y="576072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8" name="Text 46"/>
          <p:cNvSpPr/>
          <p:nvPr/>
        </p:nvSpPr>
        <p:spPr>
          <a:xfrm>
            <a:off x="8961120" y="5760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evsla:fiveMinuteWindow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 GraphRAG 是重寫過的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舊版(Microsoft graphrag CLI) vs 新版(typed BFS,2026-05-19 重寫)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532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73152" cy="41605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Text 5"/>
          <p:cNvSpPr/>
          <p:nvPr/>
        </p:nvSpPr>
        <p:spPr>
          <a:xfrm>
            <a:off x="777240" y="14356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舊版:Microsoft graphrag CLI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流程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5166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length_splitter(800 token / chunk)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entity_extraction(LLM)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community_detection(graph clustering)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community_summarization(LLM)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主 LLM 看到「community 摘要散文」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886200"/>
            <a:ext cx="507492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問題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TTL 是結構化資料,卻被當散文切 chunk + 3 道 LLM 重寫 → URI 全洗掉,LLM 只能用普通名詞填 JSON-LD。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75488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TC001 結果: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evsla URI 數 = </a:t>
            </a: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個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Ontology coverage ≈ </a:t>
            </a: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1325880"/>
            <a:ext cx="5532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4" name="Shape 12"/>
          <p:cNvSpPr/>
          <p:nvPr/>
        </p:nvSpPr>
        <p:spPr>
          <a:xfrm>
            <a:off x="6199632" y="1325880"/>
            <a:ext cx="73152" cy="4160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6428232" y="14356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新版:typed RDF traversal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18288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流程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8232" y="2103120"/>
            <a:ext cx="5166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rdflib 直接載入(保留 URI 結構)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建 label_index + comment_index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seed extraction + grounding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typed BFS 2-hop(5 種 RDFS predicate)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主 LLM 看到 CURIE triples + comments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28232" y="3886200"/>
            <a:ext cx="507492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6519672" y="39319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好處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跳過 chunk / community detection 整段;LLM 看 CURIE 直接抄到 JSON-LD,不用腦補 URI。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28232" y="475488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TC001 結果: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evsla URI 數 = </a:t>
            </a: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Ontology coverage = </a:t>
            </a: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650992"/>
            <a:ext cx="1118311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2" name="Shape 20"/>
          <p:cNvSpPr/>
          <p:nvPr/>
        </p:nvSpPr>
        <p:spPr>
          <a:xfrm>
            <a:off x="548640" y="5650992"/>
            <a:ext cx="73152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777240" y="57607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通則 — 也直接解釋了 KAG 為什麼 ontology coverage 最低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6153912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結構化資料 → 結構化 context 才能保住結構。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任何中介層(chunk / community summary / 自然語言段落)都會把 URI 洗掉,LLM 拿到散文後只能憑記憶猜 URI。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舊版:結構化 corpus 卻被洗成散文(可改 → 我們改了);  KAG:corpus 一開始就是 SKILL.md 自然語言,本來就沒 URI 可保留(只能靠 generator prompt 硬約束 LLM 用 EVSLA 詞彙)。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三條 Pipeline 一覽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都做同一件事(NL → TIO JSON-LD),差別在 retrieval 機制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" cy="4937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GraphRAG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Ontology-grounded Typed Traversal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 TIO ontology 圖上做 2-hop typed BFS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資料源:TTL 直接讀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Seed:LLM 抽 ontology terms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Retrieval:沿 RDFS 結構性 predicate BFS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Context:CURIE triples + comments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5852160"/>
            <a:ext cx="3200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822960" y="5925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 100% · 最平衡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4" name="Shape 12"/>
          <p:cNvSpPr/>
          <p:nvPr/>
        </p:nvSpPr>
        <p:spPr>
          <a:xfrm>
            <a:off x="4325112" y="155448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4599432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KGE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99432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TransE + Link Prediction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9432" y="2651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把整個 KG 訓成向量,雙空間 retrieval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99432" y="34290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資料源:TTL → triples.tsv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離線:TransE 嵌入(PyKEEN, dim=128)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Retrieval:text top-8 + KGE 鄰居 + link pred.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Context:tagged entity list + predicted triples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53712" y="5852160"/>
            <a:ext cx="3200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0" name="Text 18"/>
          <p:cNvSpPr/>
          <p:nvPr/>
        </p:nvSpPr>
        <p:spPr>
          <a:xfrm>
            <a:off x="4599432" y="5925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cov. 0.997 · 最廣但偏冗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01584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2" name="Shape 20"/>
          <p:cNvSpPr/>
          <p:nvPr/>
        </p:nvSpPr>
        <p:spPr>
          <a:xfrm>
            <a:off x="8101584" y="1554480"/>
            <a:ext cx="73152" cy="4937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8375904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375904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5-way Heavy Retrieval over Neo4j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75904" y="2651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OpenSPG/KAG kg-builder + static solver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75904" y="34290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資料源:16 份 SKILL.md (tio-agent 來)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離線:Docker(Neo4j + 5 extractor 建 KG)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Retrieval:5-way parallel(chunk/outline/...)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Context:自然語言 chunks + task results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30184" y="5852160"/>
            <a:ext cx="3200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8" name="Text 26"/>
          <p:cNvSpPr/>
          <p:nvPr/>
        </p:nvSpPr>
        <p:spPr>
          <a:xfrm>
            <a:off x="8375904" y="5925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100% · 基礎設施最重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GraphRAG — Pipeline 全景圖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離線:載入 TTL + 三索引   ●   線上:seed → grounding → BFS → 序列化 → LLM</a:t>
            </a:r>
            <a:endParaRPr lang="en-US" sz="1400" dirty="0"/>
          </a:p>
        </p:txBody>
      </p:sp>
      <p:pic>
        <p:nvPicPr>
          <p:cNvPr id="5" name="Image 0" descr="/Users/grantyeh/Grant/Project/CHT/TIO_Experiment/docs/diagrams/graph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287665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463040"/>
            <a:ext cx="39319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7" name="Shape 4"/>
          <p:cNvSpPr/>
          <p:nvPr/>
        </p:nvSpPr>
        <p:spPr>
          <a:xfrm>
            <a:off x="7772400" y="1463040"/>
            <a:ext cx="73152" cy="5120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Text 5"/>
          <p:cNvSpPr/>
          <p:nvPr/>
        </p:nvSpPr>
        <p:spPr>
          <a:xfrm>
            <a:off x="80010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敘述要點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196596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離線只跑一次:把所有 TTL 合併成 rdflib.Graph,建 label / comment 兩個索引。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1:小 LLM 把 NL intent 抽成 ontology terms,過濾掉租戶名 / 數字 / 單位。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2:seed 先用 label_index 命中 URI;沒中走 comment embedding cosine fallback。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3:從 grounded URI 出發,只沿 subClassOf / type / domain / range 等 5 種 RDFS predicate 做 2-hop BFS。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4:子圖 triples 縮成 CURIE 序列化成 # triples + # comments block。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5:主 LLM 拿到 typed subgraph + 原始 NL,直接吐 JSON-LD。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6:normalize 補空欄位。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 / GraphRAG — Pipeline 全景圖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GraphRAG — TC001 逐步資料追蹤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看同一句 NL 在每個 step 變成什麼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3152" cy="2423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Text 5"/>
          <p:cNvSpPr/>
          <p:nvPr/>
        </p:nvSpPr>
        <p:spPr>
          <a:xfrm>
            <a:off x="77724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1:LLM 抽 seed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輸入:NL intent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輸出: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["latency",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"p95",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"hub to all spokes",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"5 minute window"]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租戶 / 數字 / 單位被濾掉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73152" cy="2423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4553712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2:grounding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2011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label_index 命中: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latency → evsla:latency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p95 → evsla:p95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hub to all spokes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evsla:hubToAllSpokes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fallback: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minute window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evsla:fiveMinuteWindow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1584" y="146304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73152" cy="2423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8330184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3:typed BFS 2-hop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0184" y="2011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evsla:latency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rdfs:subPropertyOf met:metric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rdfs:domain evsla:SlaExpectation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rdfs:range quan:Quantity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evsla:SlaExpectation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rdfs:subClassOf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icm:PropertyExpectation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evsla:p95 rdf:type evsla:Statistic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...(~30-60 triples)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050792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8" name="Shape 16"/>
          <p:cNvSpPr/>
          <p:nvPr/>
        </p:nvSpPr>
        <p:spPr>
          <a:xfrm>
            <a:off x="548640" y="4050792"/>
            <a:ext cx="73152" cy="2423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7772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4:序列化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59943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triples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evsla:SlaExpectation rdfs:subClassOf icm:PropertyExpectation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evsla:latency rdfs:domain evsla:SlaExpectation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evsla:latency → One-way latency measured by TWAMP...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4050792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2" name="Shape 20"/>
          <p:cNvSpPr/>
          <p:nvPr/>
        </p:nvSpPr>
        <p:spPr>
          <a:xfrm>
            <a:off x="4325112" y="4050792"/>
            <a:ext cx="73152" cy="2423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4553712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5:主 LLM 生 JSON-LD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53712" y="459943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 LLM 同時看到: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(a) 序列化 subgraph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(b) 原始 NL intent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(c) few-shot 範例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結構從 (a) 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 / ms / 95% 從 (b) 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JSON-LD layout 從 (c) 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01584" y="4050792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6" name="Shape 24"/>
          <p:cNvSpPr/>
          <p:nvPr/>
        </p:nvSpPr>
        <p:spPr>
          <a:xfrm>
            <a:off x="8101584" y="4050792"/>
            <a:ext cx="73152" cy="2423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8330184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6:normalize + 輸出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30184" y="459943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TC001.jsonld 命中: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evsla:latency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evsla:p95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evsla:hubToAllSpokes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evsla:twamp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evsla:fiveMinuteWindow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evsla:SlaExpectation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value: 50 ms / p95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 / GraphRAG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KGE — Pipeline 全景圖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離線:訓 TransE + 文字嵌入   ●   線上:text top-8 → KGE 鄰居擴張 → link prediction → LLM</a:t>
            </a:r>
            <a:endParaRPr lang="en-US" sz="1400" dirty="0"/>
          </a:p>
        </p:txBody>
      </p:sp>
      <p:pic>
        <p:nvPicPr>
          <p:cNvPr id="5" name="Image 0" descr="/Users/grantyeh/Grant/Project/CHT/TIO_Experiment/docs/diagrams/k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754435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463040"/>
            <a:ext cx="39319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7" name="Shape 4"/>
          <p:cNvSpPr/>
          <p:nvPr/>
        </p:nvSpPr>
        <p:spPr>
          <a:xfrm>
            <a:off x="7772400" y="1463040"/>
            <a:ext cx="73152" cy="5120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Text 5"/>
          <p:cNvSpPr/>
          <p:nvPr/>
        </p:nvSpPr>
        <p:spPr>
          <a:xfrm>
            <a:off x="80010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敘述要點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196596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離線需 retrain 才會跑:把 TTL 抽成 URI-URI triples → PyKEEN TransE(dim=128, epochs=80)。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同時對每個 entity 算 text embedding(label + comment 餵 ada-002)。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1-2:NL intent 也算 ada-002 向量,跟 entity_text_emb cosine 找 top-8 seed。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3:每個 seed 在 KGE space 取 top-14 鄰居,擴張到 ≤ 45 個 entity。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4:用 TransE 的 score = -||h+r-t||₂,對 grounded URIs 做 link prediction,挖出沒寫在 TTL 但結構合理的 triple,top-18。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5-6:把 entity list + predicted triples 餵主 LLM。沒有後處理。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特色:ontology coverage 最廣(0.997),但 prompt 偏冗,verbosity 容易爆。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 / KGE — Pipeline 全景圖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KGE — TC001 逐步資料追蹤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看同一句 NL 在每個 step 變成什麼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3152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Text 5"/>
          <p:cNvSpPr/>
          <p:nvPr/>
        </p:nvSpPr>
        <p:spPr>
          <a:xfrm>
            <a:off x="77724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1:query embed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 intent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ada-002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q ∈ ℝ^1536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L2-normalize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73152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4553712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2:text top-8 seed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2011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text_emb @ q 取 top-8: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[text] evsla:latency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[text] evsla:SlaExpectation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[text] evsla:p95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[text] evsla:hubToAllSpokes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[text] evsla:twamp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[text] evsla:EnterpriseVpnService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[text] evsla:fiveMinuteWindow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[text] met:metric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1584" y="146304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73152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8330184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3:KGE 鄰居擴張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0184" y="2011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每 seed 在 KGE space cosine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取 top-14,加標籤 [kge_neighbor]: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evsla:packetLoss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evsla:jitter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evsla:guaranteedBandwidth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met:Metric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icm:PropertyExpectation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quan:Quantity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總 entity ≤ 45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050792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8" name="Shape 16"/>
          <p:cNvSpPr/>
          <p:nvPr/>
        </p:nvSpPr>
        <p:spPr>
          <a:xfrm>
            <a:off x="548640" y="4050792"/>
            <a:ext cx="73152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7772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4:link prediction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59943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對 grounded URI 跑 TransE: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-‖h + r - t‖₂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Top-18 predicted triples,例: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evsla:latency rdfs:subPropertyOf met:metric (-0.21)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evsla:p95 rdf:type evsla:Statistic (-0.34)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evsla:SlaExpectation rdfs:subClassOf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icm:PropertyExpectation (-0.28)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4050792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2" name="Shape 20"/>
          <p:cNvSpPr/>
          <p:nvPr/>
        </p:nvSpPr>
        <p:spPr>
          <a:xfrm>
            <a:off x="4325112" y="4050792"/>
            <a:ext cx="73152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4553712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5:format context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53712" y="459943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KGE-assisted term hints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[text] evsla:latency —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[kge_neighbor] evsla:packetLoss —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KGE link prediction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 URIs: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 likely triples: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...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01584" y="4050792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6" name="Shape 24"/>
          <p:cNvSpPr/>
          <p:nvPr/>
        </p:nvSpPr>
        <p:spPr>
          <a:xfrm>
            <a:off x="8101584" y="4050792"/>
            <a:ext cx="73152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8330184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6:主 LLM 生 JSON-LD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30184" y="459943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ontology coverage 略高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(0.9972 vs GraphRAG 0.9889)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✗ verbosity 容易爆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(Avg node ~63 vs budget 50)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下個改進方向:壓縮 prompt 進 LLM 的 entity 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 / KGE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 — Pipeline 全景圖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離線:Docker + 5-extractor 建 Neo4j   ●   線上:planner → 5-way retrieval → 內建 generator</a:t>
            </a:r>
            <a:endParaRPr lang="en-US" sz="1400" dirty="0"/>
          </a:p>
        </p:txBody>
      </p:sp>
      <p:pic>
        <p:nvPicPr>
          <p:cNvPr id="5" name="Image 0" descr="/Users/grantyeh/Grant/Project/CHT/TIO_Experiment/docs/diagrams/k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448166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463040"/>
            <a:ext cx="39319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7" name="Shape 4"/>
          <p:cNvSpPr/>
          <p:nvPr/>
        </p:nvSpPr>
        <p:spPr>
          <a:xfrm>
            <a:off x="7772400" y="1463040"/>
            <a:ext cx="73152" cy="5120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Text 5"/>
          <p:cNvSpPr/>
          <p:nvPr/>
        </p:nvSpPr>
        <p:spPr>
          <a:xfrm>
            <a:off x="80010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敘述要點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196596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離線最重:起 Docker(OpenSPG + Neo4j + MySQL + MinIO),knext push schema,跑 indexer 灌 16 份 SKILL.md。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每份 markdown 切成 1000 字 chunk,5 個 extractor 各跑一次(chunk / outline / summary / table / atomic_query,其中 4 個會打 LLM)。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1:KAG 內建 planner LLM 把 NL intent 拆成 sub-queries。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2:5 路 retriever 同時跑(各 top_k=10),分別比對 atomic_query / outline / summary / vector / table。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3:kag_merger 去重排序,組成最終 context。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4:custom TIOJsonldGenerator(KAG 內建 LLM call,我們寫的 prompt 嚴格限定 EVSLA 詞彙)直接吐 JSON-LD。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5:fallback 補 intentReport 欄位。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限制:corpus 是自然語言段落,URI 命中要靠 LLM 腦補,ontology coverage 比 GraphRAG / KGE 低。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 / KAG — Pipeline 全景圖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 — TC001 逐步資料追蹤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看同一句 NL 在每個 step 變成什麼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3152" cy="2423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Text 5"/>
          <p:cNvSpPr/>
          <p:nvPr/>
        </p:nvSpPr>
        <p:spPr>
          <a:xfrm>
            <a:off x="77724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1:planner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kag_static_planner(LLM)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 NL 拆成 sub-queries: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What ontology terms describe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latency SLA in EVSLA?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What scope = hub to all spokes?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What statistic is p95?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How is TWAMP used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measure latency?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73152" cy="2423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4553712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2:5-way 並行 retrieve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2011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對每 sub-query 同時跑 5 個 retriever: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 atomic_query (top-10)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r2 outline (top-10)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r3 summary  (threshold 0.8)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r4 vector   (threshold 0.8)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r5 table    (top-10)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1584" y="146304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73152" cy="2423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8330184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3:merger 合併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0184" y="2011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kag_merger 範例命中: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[atomic_query] What protocol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measures hub-spoke latency?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chunk: TWAMP measures...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[summary] hub-and-spoke topo...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[vector] SLA expectations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 latency, packet loss...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050792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8" name="Shape 16"/>
          <p:cNvSpPr/>
          <p:nvPr/>
        </p:nvSpPr>
        <p:spPr>
          <a:xfrm>
            <a:off x="548640" y="4050792"/>
            <a:ext cx="73152" cy="2423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7772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4:TIO generator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59943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TIOJsonldGenerator prompt: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@type must be Intent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必須用 EVSLA 詞彙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(evsla:latency, p95, twamp...)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不可發明 URI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看 sub-task results + 原 NL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few-shot → 吐 JSON-LD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4050792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2" name="Shape 20"/>
          <p:cNvSpPr/>
          <p:nvPr/>
        </p:nvSpPr>
        <p:spPr>
          <a:xfrm>
            <a:off x="4325112" y="4050792"/>
            <a:ext cx="73152" cy="2423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4553712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5:contract fallback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53712" y="459943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ensure_jsonld_contract: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intentReport 不是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補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reportingInterval: 'PT5M',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handlerResponse: 'Continuous'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(KAG generator 偶爾漏寫)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01584" y="4050792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6" name="Shape 24"/>
          <p:cNvSpPr/>
          <p:nvPr/>
        </p:nvSpPr>
        <p:spPr>
          <a:xfrm>
            <a:off x="8101584" y="4050792"/>
            <a:ext cx="73152" cy="2423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8330184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輸出觀察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30184" y="459943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TC001 結果: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Parse 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verbosity 守住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✗ ontology coverage 0.93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(vs GraphRAG 0.99 / KGE 1.00)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原因:retrieval 拉回來是自然語言段落,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命中要靠 LLM 自己腦補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 / KAG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Evaluator — 評分指標說明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evaluate_jsonld.py + compare_reports.py / 比下一頁分數之前先讀這頁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088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73152" cy="2606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324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Parse OK (%)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243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可 parse  ∧  contract validation 全過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3151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語法合法,可被 json.loads()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@type 必須是 "Intent"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必要字串欄位齊全 (@context / id / name / description / intentOwner.{id,name})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intentExpectation 是非空 array,每項有 @type ∈ {DeliveryExpectation, PropertyExpectation},expectationTarget 結構正確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matchCondition 必須是 LESS_THAN / GREATER_THAN_OR_EQUAL / EQUALS / ... 等合法 enum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validate_contract() / strip_markdown_json_fence()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76344" y="1371600"/>
            <a:ext cx="36088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2" name="Shape 10"/>
          <p:cNvSpPr/>
          <p:nvPr/>
        </p:nvSpPr>
        <p:spPr>
          <a:xfrm>
            <a:off x="4276344" y="1371600"/>
            <a:ext cx="73152" cy="2606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4504944" y="1481328"/>
            <a:ext cx="324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Avg ICM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4944" y="1874520"/>
            <a:ext cx="3243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expected_tio_elements 命中率 (0.0 ~ 1.0)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50664" y="2240280"/>
            <a:ext cx="3151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每題的 expected_tio_elements 列出該 case 必須表達的 ICM 結構元素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例:icm:Intent / icm:PropertyExpectation / icm:Target / icm:Context / icm:valuesOfTargetProperty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用結構 mapping 表檢查 JSON-LD 是否表達該元素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 icm:Intent ⇔ 頂層 @type == "Intent"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 icm:Target ⇔ expectationTarget 非空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命中數 / 全部 expected = coverage ratio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04944" y="3657600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expected_element_ok() / evaluate_expected_elements()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04048" y="1371600"/>
            <a:ext cx="36088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8" name="Shape 16"/>
          <p:cNvSpPr/>
          <p:nvPr/>
        </p:nvSpPr>
        <p:spPr>
          <a:xfrm>
            <a:off x="8004048" y="1371600"/>
            <a:ext cx="73152" cy="2606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8232648" y="1481328"/>
            <a:ext cx="324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Avg Ontology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32648" y="1874520"/>
            <a:ext cx="3243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ontology_terms 字面命中率 (0.0 ~ 1.0)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8368" y="2240280"/>
            <a:ext cx="3151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每題的 ontology_terms 列出該 case 該出現的 TIO URI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 (TC001):evsla:latency / p95 / hubToAllSpokes / twamp / SlaExpectation / ...(共 12 個)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把整份 JSON-LD 攤平成 string set,檢查每個 expected URI 是否出現在任意 key 或 value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命中數 / 全部 expected = ratio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純字面比對 — 拼錯 / 用別名都算不中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32648" y="3657600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flatten_json_terms() / evaluate_ontology_terms()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547268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73152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777240" y="422452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Avg Metric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617720"/>
            <a:ext cx="5106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performance_metrics 結構命中率 — 必須全部對齊才算 OK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983480"/>
            <a:ext cx="5015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每題的 performance_metrics 列出該度量的完整規格(metric / operator / threshold / statistic / scope / measurement_method / time_window)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 JSON-LD 中是否有 target 同時滿足: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targetProperty == ontology_term (或 evsla:hasMetric 對得上)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matchCondition == operator (LESS_THAN / ...)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targetValue 的 value + unit 跟 threshold 完全相符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statistic / scope / measurement_method / time_window 若指定就必須完全對齊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比 Ontology coverage 嚴格:不只 URI 出現,還要結構正確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14984" y="6211147"/>
            <a:ext cx="5106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metric_target_ok() / evaluate_performance_metrics()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40196" y="4114800"/>
            <a:ext cx="547268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30" name="Shape 28"/>
          <p:cNvSpPr/>
          <p:nvPr/>
        </p:nvSpPr>
        <p:spPr>
          <a:xfrm>
            <a:off x="6140196" y="4114800"/>
            <a:ext cx="73152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6368796" y="422452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Verbosity OK (%) + Avg Nodes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68796" y="4617720"/>
            <a:ext cx="5106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json_node_count 落在 [min, max] 區間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14516" y="4983480"/>
            <a:ext cx="5015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每題的 expected_json_nodes 定 { target, min, max }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 (TC001):target=60, min=45, max=80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遞迴算 JSON-LD 的總節點數(dict / list / scalar 都算 1)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落在 [min, max] → ok(1),否則 too_sparse / too_verbose(0)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Nodes 是平均節點數,只是 informational,不直接打分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抓「prompt 太冗 / 太簡 → 輸出失真」這種問題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68796" y="6080760"/>
            <a:ext cx="5106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count_json_nodes() / evaluate_json_node_budget()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評分比較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phase1/compare_four_way.txt(LLM-only 作為 baseline)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55680" cy="25146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ICM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Ontology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Verbosity 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LLM-only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83480"/>
            <a:ext cx="11155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7315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Text 5"/>
          <p:cNvSpPr/>
          <p:nvPr/>
        </p:nvSpPr>
        <p:spPr>
          <a:xfrm>
            <a:off x="777240" y="50932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三個關鍵觀察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 / metric coverage: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GraphRAG 與 KGE 並列滿分;KAG 略差(0.99 / 1.00),都遠勝 baseline。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coverage: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KGE 0.9972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link prediction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把該出現的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URI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全壓進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prompt。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KGE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88720"/>
            <a:ext cx="137160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1280160" y="1097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8016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三條 pipeline 做同一件事,差別在 retrieval 的「精度 × 召回 × 工程複雜度」取捨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1417320" y="3108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GraphRAG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20440" y="3108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直接吃 ontology 結構,精度高、雜訊少,目前最平衡。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02336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141732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044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多吃一層向量空間,召回最廣,但 prompt </a:t>
            </a:r>
            <a:r>
              <a:rPr lang="en-US" sz="15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容易冗、verbosity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較多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4846320"/>
            <a:ext cx="365760" cy="365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1417320" y="4754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4754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基礎設施最重(Docker + Neo4j + 5 extractor),corpus 是自然語言時 ontology 命中率反而被拖累。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下一步:壓 KGE 的 verbosity / 同條件四方重跑 / 進 Phase 2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6459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TC001 三條 Pipeline 的中間表示對照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同一句 NL,三種完全不同的 LLM 輸入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55680" cy="5212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 intent 之後第 1 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seed terms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['latency','p95',...]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query 向量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 ∈ ℝ^1536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retrieval plan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(4 個 sub-query)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核心中間表示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grounded URIs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{evsla:latency,...}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ranked entity list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top-8 + 鄰居 ≤ 45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merged chunks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路命中合併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送給主 LLM 的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 triples + # comments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(CURIE 結構)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tagged entity list +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predicted triples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(TransE score)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 blocks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(sub-task result + thought)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檢索精度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高(雜訊少)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高(覆蓋廣)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中(自然語言段落)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檢索覆蓋率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中(BFS 2-hop)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高(雙空間擴張)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高(5-way 平行)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一句話:三條都送給同一顆 gpt-5.4,但 LLM 看到的 context 形狀差異很大 — 這是 retrieval 精度與覆蓋率取捨的直接結果。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Experiment / Mechanism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3184</Words>
  <Application>Microsoft Macintosh PowerPoint</Application>
  <PresentationFormat>Widescreen</PresentationFormat>
  <Paragraphs>515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TIO Experiment — Mechanism Deck</dc:title>
  <dc:subject>PptxGenJS Presentation</dc:subject>
  <dc:creator>Grant</dc:creator>
  <cp:lastModifiedBy>葉睿丞</cp:lastModifiedBy>
  <cp:revision>3</cp:revision>
  <dcterms:created xsi:type="dcterms:W3CDTF">2026-05-26T04:03:44Z</dcterms:created>
  <dcterms:modified xsi:type="dcterms:W3CDTF">2026-05-26T05:41:16Z</dcterms:modified>
</cp:coreProperties>
</file>